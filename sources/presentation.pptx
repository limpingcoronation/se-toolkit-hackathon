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DDC160-2368-4BEE-A0E3-BA66512634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CFA7AA5-B132-4637-A59B-9FBB52F109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C3D3CD-C22D-4CAB-8332-667A1A493C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F5F12E-67E1-4C7E-B768-3D958B0CB2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9BAFA1-FA51-4280-B563-61B381D5C5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7E6C6C-EFAC-45EF-B689-E12A2F3D87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1A14FB-9F5B-4CE6-A388-9F100874A4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E383DA-DBDC-4CD6-8E5D-393EAC7112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4A9508-6C39-4218-9CD1-C5332D3831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771233-6276-4F9B-996A-F98CC5EDB8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FEBEAF-29A3-4DE3-A234-FC8AE4F504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/>
          <p:cNvSpPr/>
          <p:nvPr/>
        </p:nvSpPr>
        <p:spPr>
          <a:xfrm>
            <a:off x="1981080" y="1417320"/>
            <a:ext cx="8228880" cy="3656880"/>
          </a:xfrm>
          <a:prstGeom prst="roundRect">
            <a:avLst>
              <a:gd name="adj" fmla="val 16667"/>
            </a:avLst>
          </a:prstGeom>
          <a:solidFill>
            <a:srgbClr val="285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5181480" y="1691640"/>
            <a:ext cx="1828080" cy="50040"/>
          </a:xfrm>
          <a:prstGeom prst="rect">
            <a:avLst/>
          </a:prstGeom>
          <a:solidFill>
            <a:srgbClr val="408a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438280" y="2057400"/>
            <a:ext cx="7314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Server Monitor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438280" y="288036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Real-Time Server Health Dashboard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3809880" y="3474720"/>
            <a:ext cx="4571280" cy="24840"/>
          </a:xfrm>
          <a:prstGeom prst="rect">
            <a:avLst/>
          </a:prstGeom>
          <a:solidFill>
            <a:srgbClr val="408a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2438280" y="3703320"/>
            <a:ext cx="731448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Voronin Alexandr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a.voronin@innopolis.university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DSAI-04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Oval 7"/>
          <p:cNvSpPr/>
          <p:nvPr/>
        </p:nvSpPr>
        <p:spPr>
          <a:xfrm>
            <a:off x="2255400" y="2130480"/>
            <a:ext cx="109080" cy="109080"/>
          </a:xfrm>
          <a:prstGeom prst="ellipse">
            <a:avLst/>
          </a:prstGeom>
          <a:solidFill>
            <a:srgbClr val="408a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040" cy="913680"/>
          </a:xfrm>
          <a:prstGeom prst="rect">
            <a:avLst/>
          </a:prstGeom>
          <a:solidFill>
            <a:srgbClr val="285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0" y="137160"/>
            <a:ext cx="1219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3"/>
          <p:cNvSpPr/>
          <p:nvPr/>
        </p:nvSpPr>
        <p:spPr>
          <a:xfrm>
            <a:off x="472320" y="1371600"/>
            <a:ext cx="3474000" cy="155376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👤  End User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System administrators and DevOps engineers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who monitor multiple server endpoints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4"/>
          <p:cNvSpPr/>
          <p:nvPr/>
        </p:nvSpPr>
        <p:spPr>
          <a:xfrm>
            <a:off x="4358520" y="1371600"/>
            <a:ext cx="3474000" cy="155376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⚠️  Problem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Manually checking server health is slow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No centralized lightweight monitoring tool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5"/>
          <p:cNvSpPr/>
          <p:nvPr/>
        </p:nvSpPr>
        <p:spPr>
          <a:xfrm>
            <a:off x="8244720" y="1371600"/>
            <a:ext cx="3474000" cy="155376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52b393"/>
                </a:solidFill>
                <a:effectLst/>
                <a:uFillTx/>
                <a:latin typeface="Calibri"/>
              </a:rPr>
              <a:t>💡  Product Idea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Real-time dashboard tracking server health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via WebSocket with instant alerts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1523880" y="3566160"/>
            <a:ext cx="9143280" cy="1188000"/>
          </a:xfrm>
          <a:prstGeom prst="roundRect">
            <a:avLst>
              <a:gd name="adj" fmla="val 16667"/>
            </a:avLst>
          </a:prstGeom>
          <a:solidFill>
            <a:srgbClr val="285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8640" rIns="5486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"Monitor all your servers in real time</a:t>
            </a:r>
            <a:br>
              <a:rPr sz="2000"/>
            </a:b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from one simple, beautiful dashboard."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040" cy="913680"/>
          </a:xfrm>
          <a:prstGeom prst="rect">
            <a:avLst/>
          </a:prstGeom>
          <a:solidFill>
            <a:srgbClr val="285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0" y="137160"/>
            <a:ext cx="1219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Implementation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548640" y="1188720"/>
            <a:ext cx="5302800" cy="475416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🛠  How We Built It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Backend: FastAPI (Python 3.12+) with async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Database: PostgreSQL + SQLAlchemy + Alembic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Real-time: WebSocket + Redis Pub/Sub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Auth: JWT token-based authentication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Frontend: Vanilla HTML/CSS/JS, dark UI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Containerized: Docker + docker-compose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4"/>
          <p:cNvSpPr/>
          <p:nvPr/>
        </p:nvSpPr>
        <p:spPr>
          <a:xfrm>
            <a:off x="6126480" y="1188720"/>
            <a:ext cx="5668560" cy="219384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📦  Version 1 → Version 2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52b393"/>
                </a:solidFill>
                <a:effectLst/>
                <a:uFillTx/>
                <a:latin typeface="Calibri"/>
              </a:rPr>
              <a:t>Version 1: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User authentication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Server list CRUD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Basic 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52b393"/>
                </a:solidFill>
                <a:effectLst/>
                <a:uFillTx/>
                <a:latin typeface="Calibri"/>
              </a:rPr>
              <a:t>Version 2: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WebSocket real-time monitoring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Redis Pub/Sub live updates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Start/stop controls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 ▹  Live status indicators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6126480" y="3657600"/>
            <a:ext cx="5668560" cy="228528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✅  TA Feedback Addressed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Error handling &amp; HTTPException responses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Clean code structure with routers &amp; schemas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JWT validation on WebSocket connections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Proper DB session management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▹  CORS middleware for frontend-backend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040" cy="913680"/>
          </a:xfrm>
          <a:prstGeom prst="rect">
            <a:avLst/>
          </a:prstGeom>
          <a:solidFill>
            <a:srgbClr val="285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0" y="137160"/>
            <a:ext cx="1219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3"/>
          <p:cNvSpPr/>
          <p:nvPr/>
        </p:nvSpPr>
        <p:spPr>
          <a:xfrm>
            <a:off x="1020960" y="1371600"/>
            <a:ext cx="4754160" cy="237672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📂  GitHub Repository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https://github.com/LimpingCoronation/se-toolkit-hackathon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LimpingCoronation/se-toolkit-hackathon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4"/>
          <p:cNvSpPr/>
          <p:nvPr/>
        </p:nvSpPr>
        <p:spPr>
          <a:xfrm>
            <a:off x="6415920" y="1371600"/>
            <a:ext cx="4754160" cy="237672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408a71"/>
                </a:solidFill>
                <a:effectLst/>
                <a:uFillTx/>
                <a:latin typeface="Calibri"/>
              </a:rPr>
              <a:t>🚀  Deployed Product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http://10.93.25.129:8000/static/index.html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(Latest Version — V2)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5" descr="qr_gh.png"/>
          <p:cNvPicPr/>
          <p:nvPr/>
        </p:nvPicPr>
        <p:blipFill>
          <a:blip r:embed="rId1"/>
          <a:stretch/>
        </p:blipFill>
        <p:spPr>
          <a:xfrm>
            <a:off x="2712600" y="4297680"/>
            <a:ext cx="1370880" cy="13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6" descr="qr_dp.png"/>
          <p:cNvPicPr/>
          <p:nvPr/>
        </p:nvPicPr>
        <p:blipFill>
          <a:blip r:embed="rId2"/>
          <a:stretch/>
        </p:blipFill>
        <p:spPr>
          <a:xfrm>
            <a:off x="8107560" y="4297680"/>
            <a:ext cx="1370880" cy="137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7"/>
          <p:cNvSpPr/>
          <p:nvPr/>
        </p:nvSpPr>
        <p:spPr>
          <a:xfrm>
            <a:off x="2529720" y="58064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Scan: GitHub repo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7924680" y="58064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Scan: Live demo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LibreOffice/25.8.6.2$Linux_X86_64 LibreOffice_project/a46b460d1686bb49c718d2ef5f88b83ff2dc4981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2026-04-07T19:27:05Z</cp:lastPrinted>
  <dcterms:modified xsi:type="dcterms:W3CDTF">2026-04-07T19:12:26Z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