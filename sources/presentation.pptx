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131B15-4C71-4BEA-BA2D-6C2EA8FC5F0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9D7AC4E-5997-42CD-A764-451FE91C63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16FC18-C280-4C4A-AC81-AD1463A1E9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F46D947-8B41-44DD-B9E1-C592FA82E4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01F8B4F-865C-49AE-8359-B649277797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4D004B6-703B-4202-9868-DF0A5863DD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E6966A6-F358-407D-828E-94C040F37C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A107F7-A3E1-498C-A4AE-AA4440E1F0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3A5697D-5917-43E3-B122-12F4CA825F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4F2B6D-6215-4211-AA4F-77C94FA758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D013405-5BDE-4A82-B6C0-39ECBCFCB4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02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ounded Rectangle 1"/>
          <p:cNvSpPr/>
          <p:nvPr/>
        </p:nvSpPr>
        <p:spPr>
          <a:xfrm>
            <a:off x="1981080" y="1417320"/>
            <a:ext cx="8229240" cy="3657240"/>
          </a:xfrm>
          <a:prstGeom prst="roundRect">
            <a:avLst>
              <a:gd name="adj" fmla="val 16667"/>
            </a:avLst>
          </a:prstGeom>
          <a:solidFill>
            <a:srgbClr val="285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5181480" y="1691640"/>
            <a:ext cx="1828440" cy="50400"/>
          </a:xfrm>
          <a:prstGeom prst="rect">
            <a:avLst/>
          </a:prstGeom>
          <a:solidFill>
            <a:srgbClr val="408a7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2438280" y="2057400"/>
            <a:ext cx="731484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System Pulse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2438280" y="288036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Real-Time Server Health Dashboard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Rectangle 5"/>
          <p:cNvSpPr/>
          <p:nvPr/>
        </p:nvSpPr>
        <p:spPr>
          <a:xfrm>
            <a:off x="3809880" y="3474720"/>
            <a:ext cx="4571640" cy="25200"/>
          </a:xfrm>
          <a:prstGeom prst="rect">
            <a:avLst/>
          </a:prstGeom>
          <a:solidFill>
            <a:srgbClr val="408a7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2438280" y="3703320"/>
            <a:ext cx="7314840" cy="8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Voronin Alexandr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4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a.voronin@innopolis.university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DSAI-04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Oval 7"/>
          <p:cNvSpPr/>
          <p:nvPr/>
        </p:nvSpPr>
        <p:spPr>
          <a:xfrm>
            <a:off x="2255400" y="2130480"/>
            <a:ext cx="109440" cy="109440"/>
          </a:xfrm>
          <a:prstGeom prst="ellipse">
            <a:avLst/>
          </a:prstGeom>
          <a:solidFill>
            <a:srgbClr val="408a7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02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1"/>
          <p:cNvSpPr/>
          <p:nvPr/>
        </p:nvSpPr>
        <p:spPr>
          <a:xfrm>
            <a:off x="0" y="0"/>
            <a:ext cx="12191400" cy="914040"/>
          </a:xfrm>
          <a:prstGeom prst="rect">
            <a:avLst/>
          </a:prstGeom>
          <a:solidFill>
            <a:srgbClr val="285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0" y="137160"/>
            <a:ext cx="12191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Context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3"/>
          <p:cNvSpPr/>
          <p:nvPr/>
        </p:nvSpPr>
        <p:spPr>
          <a:xfrm>
            <a:off x="472320" y="1371600"/>
            <a:ext cx="3474360" cy="155412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137160" bIns="13716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👤  End User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System administrators and DevOps engineers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who monitor multiple server endpoints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4"/>
          <p:cNvSpPr/>
          <p:nvPr/>
        </p:nvSpPr>
        <p:spPr>
          <a:xfrm>
            <a:off x="4358520" y="1371600"/>
            <a:ext cx="3474360" cy="155412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137160" bIns="13716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⚠️  Problem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Manually checking server health is slow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No centralized lightweight monitoring tool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5"/>
          <p:cNvSpPr/>
          <p:nvPr/>
        </p:nvSpPr>
        <p:spPr>
          <a:xfrm>
            <a:off x="8244720" y="1371600"/>
            <a:ext cx="3474360" cy="155412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137160" bIns="13716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52b393"/>
                </a:solidFill>
                <a:effectLst/>
                <a:uFillTx/>
                <a:latin typeface="Calibri"/>
              </a:rPr>
              <a:t>💡  Product Idea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Real-time dashboard tracking server health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via WebSocket with instant alerts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6"/>
          <p:cNvSpPr/>
          <p:nvPr/>
        </p:nvSpPr>
        <p:spPr>
          <a:xfrm>
            <a:off x="1523880" y="3566160"/>
            <a:ext cx="9143640" cy="1188360"/>
          </a:xfrm>
          <a:prstGeom prst="roundRect">
            <a:avLst>
              <a:gd name="adj" fmla="val 16667"/>
            </a:avLst>
          </a:prstGeom>
          <a:solidFill>
            <a:srgbClr val="285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8640" rIns="54864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"Monitor all your servers in real time</a:t>
            </a:r>
            <a:br>
              <a:rPr sz="2000"/>
            </a:b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from one simple, beautiful dashboard."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02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1"/>
          <p:cNvSpPr/>
          <p:nvPr/>
        </p:nvSpPr>
        <p:spPr>
          <a:xfrm>
            <a:off x="0" y="0"/>
            <a:ext cx="12191400" cy="914040"/>
          </a:xfrm>
          <a:prstGeom prst="rect">
            <a:avLst/>
          </a:prstGeom>
          <a:solidFill>
            <a:srgbClr val="285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0" y="137160"/>
            <a:ext cx="12191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Implementation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3"/>
          <p:cNvSpPr/>
          <p:nvPr/>
        </p:nvSpPr>
        <p:spPr>
          <a:xfrm>
            <a:off x="548640" y="118872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22860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🛠  How We Built It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Backend: FastAPI (Python 3.12+) with async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Database: PostgreSQL + SQLAlchemy + Alembic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Real-time: WebSocket + Redis Pub/Sub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Auth: JWT token-based authentication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Frontend: Vanilla HTML/CSS/JS, dark UI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Containerized: Docker + docker-compose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4"/>
          <p:cNvSpPr/>
          <p:nvPr/>
        </p:nvSpPr>
        <p:spPr>
          <a:xfrm>
            <a:off x="6126480" y="1188720"/>
            <a:ext cx="5668920" cy="224028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9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📦  Version 1 → Version 2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1" u="none" strike="noStrike">
                <a:solidFill>
                  <a:srgbClr val="52b393"/>
                </a:solidFill>
                <a:effectLst/>
                <a:uFillTx/>
                <a:latin typeface="Calibri"/>
              </a:rPr>
              <a:t>Version 1: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User authentication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Server list CRUD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Basic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52b393"/>
                </a:solidFill>
                <a:effectLst/>
                <a:uFillTx/>
                <a:latin typeface="Calibri"/>
              </a:rPr>
              <a:t>Version 2: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WebSocket real-time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Redis Pub/Sub live updates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Start/stop controls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Live status indicators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5"/>
          <p:cNvSpPr/>
          <p:nvPr/>
        </p:nvSpPr>
        <p:spPr>
          <a:xfrm>
            <a:off x="6126480" y="3657600"/>
            <a:ext cx="5668920" cy="228564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9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✅  TA Feedback Addressed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Error handling &amp; HTTPException responses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Clean code structure with routers &amp; schemas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JWT validation on WebSocket connections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Proper DB session management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CORS middleware for frontend-backend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02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400" cy="914040"/>
          </a:xfrm>
          <a:prstGeom prst="rect">
            <a:avLst/>
          </a:prstGeom>
          <a:solidFill>
            <a:srgbClr val="285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0" y="137160"/>
            <a:ext cx="12191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Links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3"/>
          <p:cNvSpPr/>
          <p:nvPr/>
        </p:nvSpPr>
        <p:spPr>
          <a:xfrm>
            <a:off x="1020960" y="1371600"/>
            <a:ext cx="4754520" cy="237708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20040" rIns="320040" tIns="22860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8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📂  GitHub Repository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https://github.com/LimpingCoronation/se-toolkit-hackathon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LimpingCoronation/se-toolkit-hackathon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4"/>
          <p:cNvSpPr/>
          <p:nvPr/>
        </p:nvSpPr>
        <p:spPr>
          <a:xfrm>
            <a:off x="6415920" y="1371600"/>
            <a:ext cx="4754520" cy="237708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20040" rIns="320040" tIns="22860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8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🚀  Deployed Product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https://your-deployed-url-here.com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(Latest Version — V2)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" name="Picture 5" descr="qr_gh.png"/>
          <p:cNvPicPr/>
          <p:nvPr/>
        </p:nvPicPr>
        <p:blipFill>
          <a:blip r:embed="rId1"/>
          <a:stretch/>
        </p:blipFill>
        <p:spPr>
          <a:xfrm>
            <a:off x="2712600" y="4297680"/>
            <a:ext cx="1371240" cy="137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Picture 6" descr="qr_dp.png"/>
          <p:cNvPicPr/>
          <p:nvPr/>
        </p:nvPicPr>
        <p:blipFill>
          <a:blip r:embed="rId2"/>
          <a:stretch/>
        </p:blipFill>
        <p:spPr>
          <a:xfrm>
            <a:off x="8107560" y="4297680"/>
            <a:ext cx="1371240" cy="137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Box 7"/>
          <p:cNvSpPr/>
          <p:nvPr/>
        </p:nvSpPr>
        <p:spPr>
          <a:xfrm>
            <a:off x="2529720" y="580644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Scan: GitHub repo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8"/>
          <p:cNvSpPr/>
          <p:nvPr/>
        </p:nvSpPr>
        <p:spPr>
          <a:xfrm>
            <a:off x="7924680" y="580644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Scan: Live demo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157</TotalTime>
  <Application>LibreOffice/25.8.6.2$Linux_X86_64 LibreOffice_project/a46b460d1686bb49c718d2ef5f88b83ff2dc4981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2026-04-07T17:26:11Z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