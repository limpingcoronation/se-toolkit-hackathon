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presProps.xml" ContentType="application/vnd.openxmlformats-officedocument.presentationml.presProps+xml"/>
</Types>
</file>

<file path=_rels/.rels><?xml version="1.0" encoding="UTF-8"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custom-properties" Target="docProps/custom.xml"/><Relationship Id="rId4" Type="http://schemas.openxmlformats.org/officeDocument/2006/relationships/officeDocument" Target="ppt/presentation.xml"/>
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sldMasterIdLst>
    <p:sldMasterId id="2147483648" r:id="rId2"/>
  </p:sldMasterIdLst>
  <p:sldIdLst>
    <p:sldId id="256" r:id="rId3"/>
    <p:sldId id="257" r:id="rId4"/>
    <p:sldId id="258" r:id="rId5"/>
    <p:sldId id="259" r:id="rId6"/>
  </p:sldIdLst>
  <p:sldSz cx="12192000" cy="6858000"/>
  <p:notesSz cx="7559675" cy="10691813"/>
</p:presentation>
</file>

<file path=ppt/presProps.xml><?xml version="1.0" encoding="utf-8"?>
<p:presentationPr xmlns:a="http://schemas.openxmlformats.org/drawingml/2006/main" xmlns:p="http://schemas.openxmlformats.org/presentationml/2006/main" xmlns:r="http://schemas.openxmlformats.org/officeDocument/2006/relationships">
  <p:showPr showNarration="1"/>
</p:presentationPr>
</file>

<file path=ppt/_rels/presentation.xml.rels><?xml version="1.0" encoding="UTF-8"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slideMaster" Target="slideMasters/slideMaster1.xml"/><Relationship Id="rId3" Type="http://schemas.openxmlformats.org/officeDocument/2006/relationships/slide" Target="slides/slide1.xml"/><Relationship Id="rId4" Type="http://schemas.openxmlformats.org/officeDocument/2006/relationships/slide" Target="slides/slide2.xml"/><Relationship Id="rId5" Type="http://schemas.openxmlformats.org/officeDocument/2006/relationships/slide" Target="slides/slide3.xml"/><Relationship Id="rId6" Type="http://schemas.openxmlformats.org/officeDocument/2006/relationships/slide" Target="slides/slide4.xml"/><Relationship Id="rId7" Type="http://schemas.openxmlformats.org/officeDocument/2006/relationships/presProps" Target="presProps.xml"/>
</Relationships>
</file>

<file path=ppt/slideLayouts/_rels/slideLayout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slideLayout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" preserve="1">
  <p:cSld name="Title Slide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title"/>
          </p:nvPr>
        </p:nvSpPr>
        <p:spPr>
          <a:xfrm>
            <a:off x="685800" y="2130480"/>
            <a:ext cx="7772040" cy="14695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algn="ctr" defTabSz="457200">
              <a:lnSpc>
                <a:spcPct val="100000"/>
              </a:lnSpc>
              <a:buNone/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n-US" sz="4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dt" idx="1"/>
          </p:nvPr>
        </p:nvSpPr>
        <p:spPr>
          <a:xfrm>
            <a:off x="45720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4572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457200">
              <a:lnSpc>
                <a:spcPct val="100000"/>
              </a:lnSpc>
              <a:buNone/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&lt;date/time&gt;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2"/>
          </p:nvPr>
        </p:nvSpPr>
        <p:spPr>
          <a:xfrm>
            <a:off x="3124080" y="6356520"/>
            <a:ext cx="289512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sldNum" idx="3"/>
          </p:nvPr>
        </p:nvSpPr>
        <p:spPr>
          <a:xfrm>
            <a:off x="655308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</a:pPr>
            <a:fld id="{78E97040-7BC1-42B2-BF01-9A80D735D261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&lt;number&gt;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vertTx" preserve="1">
  <p:cSld name="Title and Vertical Tex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29240" cy="11426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algn="ctr" defTabSz="457200">
              <a:lnSpc>
                <a:spcPct val="100000"/>
              </a:lnSpc>
              <a:buNone/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n-US" sz="4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7" name="PlaceHolder 2"/>
          <p:cNvSpPr>
            <a:spLocks noGrp="1"/>
          </p:cNvSpPr>
          <p:nvPr>
            <p:ph type="body"/>
          </p:nvPr>
        </p:nvSpPr>
        <p:spPr>
          <a:xfrm>
            <a:off x="457200" y="1600200"/>
            <a:ext cx="8229240" cy="45255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 vert="eaVert">
            <a:noAutofit/>
          </a:bodyPr>
          <a:p>
            <a:pPr marL="343080" indent="-343080" defTabSz="4572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n-US" sz="32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743040" lvl="1" indent="-285840" defTabSz="4572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–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n-US" sz="2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143000" lvl="2" indent="-228600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600200" lvl="3" indent="-228600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2057400" lvl="4" indent="-228600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»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8" name="PlaceHolder 3"/>
          <p:cNvSpPr>
            <a:spLocks noGrp="1"/>
          </p:cNvSpPr>
          <p:nvPr>
            <p:ph type="dt" idx="4"/>
          </p:nvPr>
        </p:nvSpPr>
        <p:spPr>
          <a:xfrm>
            <a:off x="45720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4572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457200">
              <a:lnSpc>
                <a:spcPct val="100000"/>
              </a:lnSpc>
              <a:buNone/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&lt;date/time&gt;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9" name="PlaceHolder 4"/>
          <p:cNvSpPr>
            <a:spLocks noGrp="1"/>
          </p:cNvSpPr>
          <p:nvPr>
            <p:ph type="ftr" idx="5"/>
          </p:nvPr>
        </p:nvSpPr>
        <p:spPr>
          <a:xfrm>
            <a:off x="3124080" y="6356520"/>
            <a:ext cx="289512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0" name="PlaceHolder 5"/>
          <p:cNvSpPr>
            <a:spLocks noGrp="1"/>
          </p:cNvSpPr>
          <p:nvPr>
            <p:ph type="sldNum" idx="6"/>
          </p:nvPr>
        </p:nvSpPr>
        <p:spPr>
          <a:xfrm>
            <a:off x="655308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</a:pPr>
            <a:fld id="{1AE3BE8C-F3A4-4826-9A9B-E28574BDBEC1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&lt;number&gt;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vertTitleAndTx" preserve="1">
  <p:cSld name="Vertical Title and Tex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PlaceHolder 1"/>
          <p:cNvSpPr>
            <a:spLocks noGrp="1"/>
          </p:cNvSpPr>
          <p:nvPr>
            <p:ph type="title"/>
          </p:nvPr>
        </p:nvSpPr>
        <p:spPr>
          <a:xfrm>
            <a:off x="6629400" y="274680"/>
            <a:ext cx="2057040" cy="58510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 vert="eaVert">
            <a:noAutofit/>
          </a:bodyPr>
          <a:p>
            <a:pPr indent="0" algn="ctr" defTabSz="457200">
              <a:lnSpc>
                <a:spcPct val="100000"/>
              </a:lnSpc>
              <a:buNone/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n-US" sz="4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2" name="PlaceHolder 2"/>
          <p:cNvSpPr>
            <a:spLocks noGrp="1"/>
          </p:cNvSpPr>
          <p:nvPr>
            <p:ph type="body"/>
          </p:nvPr>
        </p:nvSpPr>
        <p:spPr>
          <a:xfrm>
            <a:off x="457200" y="274680"/>
            <a:ext cx="6019560" cy="58510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 vert="eaVert">
            <a:noAutofit/>
          </a:bodyPr>
          <a:p>
            <a:pPr marL="343080" indent="-343080" defTabSz="4572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n-US" sz="32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743040" lvl="1" indent="-285840" defTabSz="4572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–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n-US" sz="2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143000" lvl="2" indent="-228600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600200" lvl="3" indent="-228600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2057400" lvl="4" indent="-228600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»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3" name="PlaceHolder 3"/>
          <p:cNvSpPr>
            <a:spLocks noGrp="1"/>
          </p:cNvSpPr>
          <p:nvPr>
            <p:ph type="dt" idx="7"/>
          </p:nvPr>
        </p:nvSpPr>
        <p:spPr>
          <a:xfrm>
            <a:off x="45720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4572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457200">
              <a:lnSpc>
                <a:spcPct val="100000"/>
              </a:lnSpc>
              <a:buNone/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&lt;date/time&gt;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4" name="PlaceHolder 4"/>
          <p:cNvSpPr>
            <a:spLocks noGrp="1"/>
          </p:cNvSpPr>
          <p:nvPr>
            <p:ph type="ftr" idx="8"/>
          </p:nvPr>
        </p:nvSpPr>
        <p:spPr>
          <a:xfrm>
            <a:off x="3124080" y="6356520"/>
            <a:ext cx="289512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5" name="PlaceHolder 5"/>
          <p:cNvSpPr>
            <a:spLocks noGrp="1"/>
          </p:cNvSpPr>
          <p:nvPr>
            <p:ph type="sldNum" idx="9"/>
          </p:nvPr>
        </p:nvSpPr>
        <p:spPr>
          <a:xfrm>
            <a:off x="655308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</a:pPr>
            <a:fld id="{885FA272-3F62-43E6-A4E9-17051895272C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&lt;number&gt;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Title and 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29240" cy="11426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algn="ctr" defTabSz="457200">
              <a:lnSpc>
                <a:spcPct val="100000"/>
              </a:lnSpc>
              <a:buNone/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n-US" sz="4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7" name="PlaceHolder 2"/>
          <p:cNvSpPr>
            <a:spLocks noGrp="1"/>
          </p:cNvSpPr>
          <p:nvPr>
            <p:ph type="body"/>
          </p:nvPr>
        </p:nvSpPr>
        <p:spPr>
          <a:xfrm>
            <a:off x="457200" y="1600200"/>
            <a:ext cx="8229240" cy="45255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343080" indent="-343080" defTabSz="4572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n-US" sz="32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743040" lvl="1" indent="-285840" defTabSz="4572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–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n-US" sz="2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143000" lvl="2" indent="-228600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600200" lvl="3" indent="-228600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2057400" lvl="4" indent="-228600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»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8" name="PlaceHolder 3"/>
          <p:cNvSpPr>
            <a:spLocks noGrp="1"/>
          </p:cNvSpPr>
          <p:nvPr>
            <p:ph type="dt" idx="10"/>
          </p:nvPr>
        </p:nvSpPr>
        <p:spPr>
          <a:xfrm>
            <a:off x="45720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4572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457200">
              <a:lnSpc>
                <a:spcPct val="100000"/>
              </a:lnSpc>
              <a:buNone/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&lt;date/time&gt;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9" name="PlaceHolder 4"/>
          <p:cNvSpPr>
            <a:spLocks noGrp="1"/>
          </p:cNvSpPr>
          <p:nvPr>
            <p:ph type="ftr" idx="11"/>
          </p:nvPr>
        </p:nvSpPr>
        <p:spPr>
          <a:xfrm>
            <a:off x="3124080" y="6356520"/>
            <a:ext cx="289512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0" name="PlaceHolder 5"/>
          <p:cNvSpPr>
            <a:spLocks noGrp="1"/>
          </p:cNvSpPr>
          <p:nvPr>
            <p:ph type="sldNum" idx="12"/>
          </p:nvPr>
        </p:nvSpPr>
        <p:spPr>
          <a:xfrm>
            <a:off x="655308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</a:pPr>
            <a:fld id="{08070EC8-2A96-486D-BCF7-260C83A8D9C2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&lt;number&gt;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Section Header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PlaceHolder 1"/>
          <p:cNvSpPr>
            <a:spLocks noGrp="1"/>
          </p:cNvSpPr>
          <p:nvPr>
            <p:ph type="title"/>
          </p:nvPr>
        </p:nvSpPr>
        <p:spPr>
          <a:xfrm>
            <a:off x="722160" y="4406760"/>
            <a:ext cx="7772040" cy="13618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 defTabSz="457200">
              <a:lnSpc>
                <a:spcPct val="100000"/>
              </a:lnSpc>
              <a:buNone/>
            </a:pPr>
            <a:r>
              <a:rPr lang="en-US" sz="4000" b="1" u="none" strike="noStrike" cap="all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n-US" sz="4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2" name="PlaceHolder 2"/>
          <p:cNvSpPr>
            <a:spLocks noGrp="1"/>
          </p:cNvSpPr>
          <p:nvPr>
            <p:ph type="body"/>
          </p:nvPr>
        </p:nvSpPr>
        <p:spPr>
          <a:xfrm>
            <a:off x="722160" y="2906640"/>
            <a:ext cx="7772040" cy="14997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p>
            <a:pPr indent="0" defTabSz="457200">
              <a:lnSpc>
                <a:spcPct val="100000"/>
              </a:lnSpc>
              <a:spcBef>
                <a:spcPts val="400"/>
              </a:spcBef>
              <a:buNone/>
              <a:tabLst>
                <a:tab algn="l" pos="0"/>
              </a:tabLst>
            </a:pPr>
            <a:r>
              <a:rPr lang="en-US" sz="20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Click to edit Master text styles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3" name="PlaceHolder 3"/>
          <p:cNvSpPr>
            <a:spLocks noGrp="1"/>
          </p:cNvSpPr>
          <p:nvPr>
            <p:ph type="dt" idx="13"/>
          </p:nvPr>
        </p:nvSpPr>
        <p:spPr>
          <a:xfrm>
            <a:off x="45720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4572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457200">
              <a:lnSpc>
                <a:spcPct val="100000"/>
              </a:lnSpc>
              <a:buNone/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&lt;date/time&gt;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4" name="PlaceHolder 4"/>
          <p:cNvSpPr>
            <a:spLocks noGrp="1"/>
          </p:cNvSpPr>
          <p:nvPr>
            <p:ph type="ftr" idx="14"/>
          </p:nvPr>
        </p:nvSpPr>
        <p:spPr>
          <a:xfrm>
            <a:off x="3124080" y="6356520"/>
            <a:ext cx="289512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5" name="PlaceHolder 5"/>
          <p:cNvSpPr>
            <a:spLocks noGrp="1"/>
          </p:cNvSpPr>
          <p:nvPr>
            <p:ph type="sldNum" idx="15"/>
          </p:nvPr>
        </p:nvSpPr>
        <p:spPr>
          <a:xfrm>
            <a:off x="655308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</a:pPr>
            <a:fld id="{A831A36E-CEDA-443A-BE51-B5450F81E9FD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&lt;number&gt;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" preserve="1">
  <p:cSld name="Two 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29240" cy="11426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algn="ctr" defTabSz="457200">
              <a:lnSpc>
                <a:spcPct val="100000"/>
              </a:lnSpc>
              <a:buNone/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n-US" sz="4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7" name="PlaceHolder 2"/>
          <p:cNvSpPr>
            <a:spLocks noGrp="1"/>
          </p:cNvSpPr>
          <p:nvPr>
            <p:ph type="body"/>
          </p:nvPr>
        </p:nvSpPr>
        <p:spPr>
          <a:xfrm>
            <a:off x="457200" y="1600200"/>
            <a:ext cx="4038120" cy="45255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343080" indent="-343080" defTabSz="4572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•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n-US" sz="2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743040" lvl="1" indent="-285840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–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143000" lvl="2" indent="-228600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•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600200" lvl="3" indent="-228600" defTabSz="4572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–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2057400" lvl="4" indent="-228600" defTabSz="4572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»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8" name="PlaceHolder 3"/>
          <p:cNvSpPr>
            <a:spLocks noGrp="1"/>
          </p:cNvSpPr>
          <p:nvPr>
            <p:ph type="body"/>
          </p:nvPr>
        </p:nvSpPr>
        <p:spPr>
          <a:xfrm>
            <a:off x="4648320" y="1600200"/>
            <a:ext cx="4038120" cy="45255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343080" indent="-343080" defTabSz="4572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•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n-US" sz="2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743040" lvl="1" indent="-285840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–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143000" lvl="2" indent="-228600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•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600200" lvl="3" indent="-228600" defTabSz="4572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–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2057400" lvl="4" indent="-228600" defTabSz="4572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»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9" name="PlaceHolder 4"/>
          <p:cNvSpPr>
            <a:spLocks noGrp="1"/>
          </p:cNvSpPr>
          <p:nvPr>
            <p:ph type="dt" idx="16"/>
          </p:nvPr>
        </p:nvSpPr>
        <p:spPr>
          <a:xfrm>
            <a:off x="45720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4572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457200">
              <a:lnSpc>
                <a:spcPct val="100000"/>
              </a:lnSpc>
              <a:buNone/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&lt;date/time&gt;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0" name="PlaceHolder 5"/>
          <p:cNvSpPr>
            <a:spLocks noGrp="1"/>
          </p:cNvSpPr>
          <p:nvPr>
            <p:ph type="ftr" idx="17"/>
          </p:nvPr>
        </p:nvSpPr>
        <p:spPr>
          <a:xfrm>
            <a:off x="3124080" y="6356520"/>
            <a:ext cx="289512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1" name="PlaceHolder 6"/>
          <p:cNvSpPr>
            <a:spLocks noGrp="1"/>
          </p:cNvSpPr>
          <p:nvPr>
            <p:ph type="sldNum" idx="18"/>
          </p:nvPr>
        </p:nvSpPr>
        <p:spPr>
          <a:xfrm>
            <a:off x="655308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</a:pPr>
            <a:fld id="{798B49F0-2405-4480-B689-4FF0F5489C37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&lt;number&gt;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Comparison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29240" cy="11426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algn="ctr" defTabSz="457200">
              <a:lnSpc>
                <a:spcPct val="100000"/>
              </a:lnSpc>
              <a:buNone/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n-US" sz="4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33" name="PlaceHolder 2"/>
          <p:cNvSpPr>
            <a:spLocks noGrp="1"/>
          </p:cNvSpPr>
          <p:nvPr>
            <p:ph type="body"/>
          </p:nvPr>
        </p:nvSpPr>
        <p:spPr>
          <a:xfrm>
            <a:off x="457200" y="1535040"/>
            <a:ext cx="4039920" cy="6393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p>
            <a:pPr indent="0" defTabSz="457200">
              <a:lnSpc>
                <a:spcPct val="100000"/>
              </a:lnSpc>
              <a:spcBef>
                <a:spcPts val="479"/>
              </a:spcBef>
              <a:buNone/>
              <a:tabLst>
                <a:tab algn="l" pos="0"/>
              </a:tabLst>
            </a:pPr>
            <a:r>
              <a:rPr lang="en-US" sz="2400" b="1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34" name="PlaceHolder 3"/>
          <p:cNvSpPr>
            <a:spLocks noGrp="1"/>
          </p:cNvSpPr>
          <p:nvPr>
            <p:ph type="body"/>
          </p:nvPr>
        </p:nvSpPr>
        <p:spPr>
          <a:xfrm>
            <a:off x="457200" y="2174760"/>
            <a:ext cx="4039920" cy="39510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343080" indent="-343080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743040" lvl="1" indent="-285840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143000" lvl="2" indent="-228600" defTabSz="4572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•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600200" lvl="3" indent="-228600" defTabSz="4572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Arial"/>
              <a:buChar char="–"/>
            </a:pPr>
            <a:r>
              <a:rPr lang="en-US" sz="16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n-US" sz="16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2057400" lvl="4" indent="-228600" defTabSz="4572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Arial"/>
              <a:buChar char="»"/>
            </a:pPr>
            <a:r>
              <a:rPr lang="en-US" sz="16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n-US" sz="16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35" name="PlaceHolder 4"/>
          <p:cNvSpPr>
            <a:spLocks noGrp="1"/>
          </p:cNvSpPr>
          <p:nvPr>
            <p:ph type="body"/>
          </p:nvPr>
        </p:nvSpPr>
        <p:spPr>
          <a:xfrm>
            <a:off x="4645080" y="1535040"/>
            <a:ext cx="4041360" cy="6393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p>
            <a:pPr indent="0" defTabSz="457200">
              <a:lnSpc>
                <a:spcPct val="100000"/>
              </a:lnSpc>
              <a:spcBef>
                <a:spcPts val="479"/>
              </a:spcBef>
              <a:buNone/>
              <a:tabLst>
                <a:tab algn="l" pos="0"/>
              </a:tabLst>
            </a:pPr>
            <a:r>
              <a:rPr lang="en-US" sz="2400" b="1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36" name="PlaceHolder 5"/>
          <p:cNvSpPr>
            <a:spLocks noGrp="1"/>
          </p:cNvSpPr>
          <p:nvPr>
            <p:ph type="body"/>
          </p:nvPr>
        </p:nvSpPr>
        <p:spPr>
          <a:xfrm>
            <a:off x="4645080" y="2174760"/>
            <a:ext cx="4041360" cy="39510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343080" indent="-343080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743040" lvl="1" indent="-285840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143000" lvl="2" indent="-228600" defTabSz="4572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•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600200" lvl="3" indent="-228600" defTabSz="4572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Arial"/>
              <a:buChar char="–"/>
            </a:pPr>
            <a:r>
              <a:rPr lang="en-US" sz="16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n-US" sz="16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2057400" lvl="4" indent="-228600" defTabSz="4572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Arial"/>
              <a:buChar char="»"/>
            </a:pPr>
            <a:r>
              <a:rPr lang="en-US" sz="16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n-US" sz="16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37" name="PlaceHolder 6"/>
          <p:cNvSpPr>
            <a:spLocks noGrp="1"/>
          </p:cNvSpPr>
          <p:nvPr>
            <p:ph type="dt" idx="19"/>
          </p:nvPr>
        </p:nvSpPr>
        <p:spPr>
          <a:xfrm>
            <a:off x="45720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4572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457200">
              <a:lnSpc>
                <a:spcPct val="100000"/>
              </a:lnSpc>
              <a:buNone/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&lt;date/time&gt;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8" name="PlaceHolder 7"/>
          <p:cNvSpPr>
            <a:spLocks noGrp="1"/>
          </p:cNvSpPr>
          <p:nvPr>
            <p:ph type="ftr" idx="20"/>
          </p:nvPr>
        </p:nvSpPr>
        <p:spPr>
          <a:xfrm>
            <a:off x="3124080" y="6356520"/>
            <a:ext cx="289512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9" name="PlaceHolder 8"/>
          <p:cNvSpPr>
            <a:spLocks noGrp="1"/>
          </p:cNvSpPr>
          <p:nvPr>
            <p:ph type="sldNum" idx="21"/>
          </p:nvPr>
        </p:nvSpPr>
        <p:spPr>
          <a:xfrm>
            <a:off x="655308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</a:pPr>
            <a:fld id="{CDDBDC07-5636-4852-89CB-BF5487C576C7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&lt;number&gt;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Only" preserve="1">
  <p:cSld name="Title Only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29240" cy="11426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algn="ctr" defTabSz="457200">
              <a:lnSpc>
                <a:spcPct val="100000"/>
              </a:lnSpc>
              <a:buNone/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n-US" sz="4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41" name="PlaceHolder 2"/>
          <p:cNvSpPr>
            <a:spLocks noGrp="1"/>
          </p:cNvSpPr>
          <p:nvPr>
            <p:ph type="dt" idx="22"/>
          </p:nvPr>
        </p:nvSpPr>
        <p:spPr>
          <a:xfrm>
            <a:off x="45720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4572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457200">
              <a:lnSpc>
                <a:spcPct val="100000"/>
              </a:lnSpc>
              <a:buNone/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&lt;date/time&gt;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2" name="PlaceHolder 3"/>
          <p:cNvSpPr>
            <a:spLocks noGrp="1"/>
          </p:cNvSpPr>
          <p:nvPr>
            <p:ph type="ftr" idx="23"/>
          </p:nvPr>
        </p:nvSpPr>
        <p:spPr>
          <a:xfrm>
            <a:off x="3124080" y="6356520"/>
            <a:ext cx="289512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3" name="PlaceHolder 4"/>
          <p:cNvSpPr>
            <a:spLocks noGrp="1"/>
          </p:cNvSpPr>
          <p:nvPr>
            <p:ph type="sldNum" idx="24"/>
          </p:nvPr>
        </p:nvSpPr>
        <p:spPr>
          <a:xfrm>
            <a:off x="655308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</a:pPr>
            <a:fld id="{D4ABFE02-E662-48DC-8182-ED2EC897E673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&lt;number&gt;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Blank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PlaceHolder 1"/>
          <p:cNvSpPr>
            <a:spLocks noGrp="1"/>
          </p:cNvSpPr>
          <p:nvPr>
            <p:ph type="dt" idx="25"/>
          </p:nvPr>
        </p:nvSpPr>
        <p:spPr>
          <a:xfrm>
            <a:off x="45720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4572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457200">
              <a:lnSpc>
                <a:spcPct val="100000"/>
              </a:lnSpc>
              <a:buNone/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&lt;date/time&gt;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5" name="PlaceHolder 2"/>
          <p:cNvSpPr>
            <a:spLocks noGrp="1"/>
          </p:cNvSpPr>
          <p:nvPr>
            <p:ph type="ftr" idx="26"/>
          </p:nvPr>
        </p:nvSpPr>
        <p:spPr>
          <a:xfrm>
            <a:off x="3124080" y="6356520"/>
            <a:ext cx="289512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6" name="PlaceHolder 3"/>
          <p:cNvSpPr>
            <a:spLocks noGrp="1"/>
          </p:cNvSpPr>
          <p:nvPr>
            <p:ph type="sldNum" idx="27"/>
          </p:nvPr>
        </p:nvSpPr>
        <p:spPr>
          <a:xfrm>
            <a:off x="655308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</a:pPr>
            <a:fld id="{EF43974B-0903-4D23-982C-E59C808FF6D2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&lt;number&gt;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7" name="PlaceHolder 4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08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buNone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the title text format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48" name="PlaceHolder 5"/>
          <p:cNvSpPr>
            <a:spLocks noGrp="1"/>
          </p:cNvSpPr>
          <p:nvPr>
            <p:ph type="body"/>
          </p:nvPr>
        </p:nvSpPr>
        <p:spPr>
          <a:xfrm>
            <a:off x="609480" y="1604520"/>
            <a:ext cx="1097208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the outline text format</a:t>
            </a:r>
            <a:endParaRPr lang="en-US" sz="32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864000" lvl="1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Outline Level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296000" lvl="2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Outline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728000" lvl="3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Outline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2160000" lvl="4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Outline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2592000" lvl="5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Sixth Outline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3024000" lvl="6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Seventh Outline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</p:spTree>
  </p:cSld>
</p:sldLayout>
</file>

<file path=ppt/slideLayouts/slideLayout1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Content with Caption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PlaceHolder 1"/>
          <p:cNvSpPr>
            <a:spLocks noGrp="1"/>
          </p:cNvSpPr>
          <p:nvPr>
            <p:ph type="title"/>
          </p:nvPr>
        </p:nvSpPr>
        <p:spPr>
          <a:xfrm>
            <a:off x="457200" y="272880"/>
            <a:ext cx="3007800" cy="11617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p>
            <a:pPr indent="0" defTabSz="457200">
              <a:lnSpc>
                <a:spcPct val="100000"/>
              </a:lnSpc>
              <a:buNone/>
            </a:pPr>
            <a:r>
              <a:rPr lang="en-US" sz="2000" b="1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50" name="PlaceHolder 2"/>
          <p:cNvSpPr>
            <a:spLocks noGrp="1"/>
          </p:cNvSpPr>
          <p:nvPr>
            <p:ph type="body"/>
          </p:nvPr>
        </p:nvSpPr>
        <p:spPr>
          <a:xfrm>
            <a:off x="3575160" y="272880"/>
            <a:ext cx="5111280" cy="58528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343080" indent="-343080" defTabSz="4572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n-US" sz="32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743040" lvl="1" indent="-285840" defTabSz="4572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–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n-US" sz="2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143000" lvl="2" indent="-228600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600200" lvl="3" indent="-228600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2057400" lvl="4" indent="-228600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»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51" name="PlaceHolder 3"/>
          <p:cNvSpPr>
            <a:spLocks noGrp="1"/>
          </p:cNvSpPr>
          <p:nvPr>
            <p:ph type="body"/>
          </p:nvPr>
        </p:nvSpPr>
        <p:spPr>
          <a:xfrm>
            <a:off x="457200" y="1434960"/>
            <a:ext cx="3007800" cy="46908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 defTabSz="457200">
              <a:lnSpc>
                <a:spcPct val="100000"/>
              </a:lnSpc>
              <a:spcBef>
                <a:spcPts val="281"/>
              </a:spcBef>
              <a:buNone/>
              <a:tabLst>
                <a:tab algn="l" pos="0"/>
              </a:tabLst>
            </a:pPr>
            <a:r>
              <a:rPr lang="en-US" sz="1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n-US" sz="1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52" name="PlaceHolder 4"/>
          <p:cNvSpPr>
            <a:spLocks noGrp="1"/>
          </p:cNvSpPr>
          <p:nvPr>
            <p:ph type="dt" idx="28"/>
          </p:nvPr>
        </p:nvSpPr>
        <p:spPr>
          <a:xfrm>
            <a:off x="45720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4572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457200">
              <a:lnSpc>
                <a:spcPct val="100000"/>
              </a:lnSpc>
              <a:buNone/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&lt;date/time&gt;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3" name="PlaceHolder 5"/>
          <p:cNvSpPr>
            <a:spLocks noGrp="1"/>
          </p:cNvSpPr>
          <p:nvPr>
            <p:ph type="ftr" idx="29"/>
          </p:nvPr>
        </p:nvSpPr>
        <p:spPr>
          <a:xfrm>
            <a:off x="3124080" y="6356520"/>
            <a:ext cx="289512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4" name="PlaceHolder 6"/>
          <p:cNvSpPr>
            <a:spLocks noGrp="1"/>
          </p:cNvSpPr>
          <p:nvPr>
            <p:ph type="sldNum" idx="30"/>
          </p:nvPr>
        </p:nvSpPr>
        <p:spPr>
          <a:xfrm>
            <a:off x="655308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</a:pPr>
            <a:fld id="{E93C9091-5A0A-4F10-AC1E-3C3D4363DD96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&lt;number&gt;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1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Picture with Caption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PlaceHolder 1"/>
          <p:cNvSpPr>
            <a:spLocks noGrp="1"/>
          </p:cNvSpPr>
          <p:nvPr>
            <p:ph type="title"/>
          </p:nvPr>
        </p:nvSpPr>
        <p:spPr>
          <a:xfrm>
            <a:off x="1792440" y="4800600"/>
            <a:ext cx="5486040" cy="5662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p>
            <a:pPr indent="0" defTabSz="457200">
              <a:lnSpc>
                <a:spcPct val="100000"/>
              </a:lnSpc>
              <a:buNone/>
            </a:pPr>
            <a:r>
              <a:rPr lang="en-US" sz="2000" b="1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56" name="PlaceHolder 2"/>
          <p:cNvSpPr>
            <a:spLocks noGrp="1"/>
          </p:cNvSpPr>
          <p:nvPr>
            <p:ph type="body"/>
          </p:nvPr>
        </p:nvSpPr>
        <p:spPr>
          <a:xfrm>
            <a:off x="1792440" y="612720"/>
            <a:ext cx="5486040" cy="411444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the outline text format</a:t>
            </a:r>
            <a:endParaRPr lang="en-US" sz="32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864000" lvl="1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Outline Level</a:t>
            </a:r>
            <a:endParaRPr lang="en-US" sz="32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296000" lvl="2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Outline Level</a:t>
            </a:r>
            <a:endParaRPr lang="en-US" sz="32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728000" lvl="3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Outline Level</a:t>
            </a:r>
            <a:endParaRPr lang="en-US" sz="32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2160000" lvl="4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Outline Level</a:t>
            </a:r>
            <a:endParaRPr lang="en-US" sz="32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2592000" lvl="5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Sixth Outline Level</a:t>
            </a:r>
            <a:endParaRPr lang="en-US" sz="32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3024000" lvl="6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Seventh Outline Level</a:t>
            </a:r>
            <a:endParaRPr lang="en-US" sz="32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57" name="PlaceHolder 3"/>
          <p:cNvSpPr>
            <a:spLocks noGrp="1"/>
          </p:cNvSpPr>
          <p:nvPr>
            <p:ph type="body"/>
          </p:nvPr>
        </p:nvSpPr>
        <p:spPr>
          <a:xfrm>
            <a:off x="1792440" y="5367240"/>
            <a:ext cx="5486040" cy="8046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 defTabSz="457200">
              <a:lnSpc>
                <a:spcPct val="100000"/>
              </a:lnSpc>
              <a:spcBef>
                <a:spcPts val="281"/>
              </a:spcBef>
              <a:buNone/>
              <a:tabLst>
                <a:tab algn="l" pos="0"/>
              </a:tabLst>
            </a:pPr>
            <a:r>
              <a:rPr lang="en-US" sz="1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n-US" sz="1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58" name="PlaceHolder 4"/>
          <p:cNvSpPr>
            <a:spLocks noGrp="1"/>
          </p:cNvSpPr>
          <p:nvPr>
            <p:ph type="dt" idx="31"/>
          </p:nvPr>
        </p:nvSpPr>
        <p:spPr>
          <a:xfrm>
            <a:off x="45720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4572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457200">
              <a:lnSpc>
                <a:spcPct val="100000"/>
              </a:lnSpc>
              <a:buNone/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&lt;date/time&gt;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9" name="PlaceHolder 5"/>
          <p:cNvSpPr>
            <a:spLocks noGrp="1"/>
          </p:cNvSpPr>
          <p:nvPr>
            <p:ph type="ftr" idx="32"/>
          </p:nvPr>
        </p:nvSpPr>
        <p:spPr>
          <a:xfrm>
            <a:off x="3124080" y="6356520"/>
            <a:ext cx="289512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0" name="PlaceHolder 6"/>
          <p:cNvSpPr>
            <a:spLocks noGrp="1"/>
          </p:cNvSpPr>
          <p:nvPr>
            <p:ph type="sldNum" idx="33"/>
          </p:nvPr>
        </p:nvSpPr>
        <p:spPr>
          <a:xfrm>
            <a:off x="655308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</a:pPr>
            <a:fld id="{E924DDE4-D626-45E3-998D-CA185A37B35B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&lt;number&gt;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Masters/_rels/slideMaster1.xml.rels><?xml version="1.0" encoding="UTF-8"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slideLayout" Target="../slideLayouts/slideLayout1.xml"/><Relationship Id="rId3" Type="http://schemas.openxmlformats.org/officeDocument/2006/relationships/slideLayout" Target="../slideLayouts/slideLayout2.xml"/><Relationship Id="rId4" Type="http://schemas.openxmlformats.org/officeDocument/2006/relationships/slideLayout" Target="../slideLayouts/slideLayout3.xml"/><Relationship Id="rId5" Type="http://schemas.openxmlformats.org/officeDocument/2006/relationships/slideLayout" Target="../slideLayouts/slideLayout4.xml"/><Relationship Id="rId6" Type="http://schemas.openxmlformats.org/officeDocument/2006/relationships/slideLayout" Target="../slideLayouts/slideLayout5.xml"/><Relationship Id="rId7" Type="http://schemas.openxmlformats.org/officeDocument/2006/relationships/slideLayout" Target="../slideLayouts/slideLayout6.xml"/><Relationship Id="rId8" Type="http://schemas.openxmlformats.org/officeDocument/2006/relationships/slideLayout" Target="../slideLayouts/slideLayout7.xml"/><Relationship Id="rId9" Type="http://schemas.openxmlformats.org/officeDocument/2006/relationships/slideLayout" Target="../slideLayouts/slideLayout8.xml"/><Relationship Id="rId10" Type="http://schemas.openxmlformats.org/officeDocument/2006/relationships/slideLayout" Target="../slideLayouts/slideLayout9.xml"/><Relationship Id="rId11" Type="http://schemas.openxmlformats.org/officeDocument/2006/relationships/slideLayout" Target="../slideLayouts/slideLayout10.xml"/><Relationship Id="rId12" Type="http://schemas.openxmlformats.org/officeDocument/2006/relationships/slideLayout" Target="../slideLayouts/slideLayout11.xml"/>
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</p:sldMaster>
</file>

<file path=ppt/slides/_rels/slide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9.xml"/>
</Relationships>
</file>

<file path=ppt/slides/_rels/slide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9.xml"/>
</Relationships>
</file>

<file path=ppt/slides/_rels/slide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9.xml"/>
</Relationships>
</file>

<file path=ppt/slides/_rels/slide4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image" Target="../media/image2.png"/><Relationship Id="rId3" Type="http://schemas.openxmlformats.org/officeDocument/2006/relationships/slideLayout" Target="../slideLayouts/slideLayout9.xml"/>
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2020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" name="Rounded Rectangle 1"/>
          <p:cNvSpPr/>
          <p:nvPr/>
        </p:nvSpPr>
        <p:spPr>
          <a:xfrm>
            <a:off x="1981080" y="1417320"/>
            <a:ext cx="8229240" cy="3657240"/>
          </a:xfrm>
          <a:prstGeom prst="roundRect">
            <a:avLst>
              <a:gd name="adj" fmla="val 16667"/>
            </a:avLst>
          </a:prstGeom>
          <a:solidFill>
            <a:srgbClr val="285a48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62" name="Rectangle 2"/>
          <p:cNvSpPr/>
          <p:nvPr/>
        </p:nvSpPr>
        <p:spPr>
          <a:xfrm>
            <a:off x="5181480" y="1691640"/>
            <a:ext cx="1828440" cy="50400"/>
          </a:xfrm>
          <a:prstGeom prst="rect">
            <a:avLst/>
          </a:prstGeom>
          <a:solidFill>
            <a:srgbClr val="408a71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5760" bIns="5760" anchor="ctr">
            <a:noAutofit/>
          </a:bodyPr>
          <a:p>
            <a:pPr algn="ctr" defTabSz="457200">
              <a:lnSpc>
                <a:spcPct val="100000"/>
              </a:lnSpc>
            </a:pPr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63" name="TextBox 3"/>
          <p:cNvSpPr/>
          <p:nvPr/>
        </p:nvSpPr>
        <p:spPr>
          <a:xfrm>
            <a:off x="2438280" y="2057400"/>
            <a:ext cx="7314840" cy="822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 defTabSz="457200">
              <a:lnSpc>
                <a:spcPct val="100000"/>
              </a:lnSpc>
            </a:pPr>
            <a:r>
              <a:rPr lang="en-US" sz="4000" b="1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Server Monitor</a:t>
            </a:r>
            <a:endParaRPr lang="en-US" sz="4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4" name="TextBox 4"/>
          <p:cNvSpPr/>
          <p:nvPr/>
        </p:nvSpPr>
        <p:spPr>
          <a:xfrm>
            <a:off x="2438280" y="2880360"/>
            <a:ext cx="7314840" cy="45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 defTabSz="457200">
              <a:lnSpc>
                <a:spcPct val="100000"/>
              </a:lnSpc>
            </a:pPr>
            <a:r>
              <a:rPr lang="en-US" sz="1900" b="0" u="none" strike="noStrike">
                <a:solidFill>
                  <a:srgbClr val="cccccc"/>
                </a:solidFill>
                <a:effectLst/>
                <a:uFillTx/>
                <a:latin typeface="Calibri"/>
              </a:rPr>
              <a:t>Real-Time Server Health Dashboard</a:t>
            </a:r>
            <a:endParaRPr lang="en-US" sz="1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5" name="Rectangle 5"/>
          <p:cNvSpPr/>
          <p:nvPr/>
        </p:nvSpPr>
        <p:spPr>
          <a:xfrm>
            <a:off x="3809880" y="3474720"/>
            <a:ext cx="4571640" cy="25200"/>
          </a:xfrm>
          <a:prstGeom prst="rect">
            <a:avLst/>
          </a:prstGeom>
          <a:solidFill>
            <a:srgbClr val="408a71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-19440" bIns="-19440" anchor="ctr">
            <a:noAutofit/>
          </a:bodyPr>
          <a:p>
            <a:pPr algn="ctr" defTabSz="457200">
              <a:lnSpc>
                <a:spcPct val="100000"/>
              </a:lnSpc>
            </a:pPr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66" name="TextBox 6"/>
          <p:cNvSpPr/>
          <p:nvPr/>
        </p:nvSpPr>
        <p:spPr>
          <a:xfrm>
            <a:off x="2438280" y="3703320"/>
            <a:ext cx="7314840" cy="878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 defTabSz="457200">
              <a:lnSpc>
                <a:spcPct val="100000"/>
              </a:lnSpc>
              <a:spcAft>
                <a:spcPts val="400"/>
              </a:spcAft>
            </a:pPr>
            <a:r>
              <a:rPr lang="en-US" sz="1700" b="1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Voronin Alexandr</a:t>
            </a:r>
            <a:endParaRPr lang="en-US" sz="17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algn="ctr" defTabSz="457200">
              <a:lnSpc>
                <a:spcPct val="100000"/>
              </a:lnSpc>
              <a:spcAft>
                <a:spcPts val="400"/>
              </a:spcAft>
            </a:pPr>
            <a:r>
              <a:rPr lang="en-US" sz="1400" b="0" u="none" strike="noStrike">
                <a:solidFill>
                  <a:srgbClr val="cccccc"/>
                </a:solidFill>
                <a:effectLst/>
                <a:uFillTx/>
                <a:latin typeface="Calibri"/>
              </a:rPr>
              <a:t>a.voronin@innopolis.university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algn="ctr" defTabSz="457200">
              <a:lnSpc>
                <a:spcPct val="100000"/>
              </a:lnSpc>
            </a:pPr>
            <a:r>
              <a:rPr lang="en-US" sz="1400" b="0" u="none" strike="noStrike">
                <a:solidFill>
                  <a:srgbClr val="cccccc"/>
                </a:solidFill>
                <a:effectLst/>
                <a:uFillTx/>
                <a:latin typeface="Calibri"/>
              </a:rPr>
              <a:t>DSAI-04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7" name="Oval 7"/>
          <p:cNvSpPr/>
          <p:nvPr/>
        </p:nvSpPr>
        <p:spPr>
          <a:xfrm>
            <a:off x="2255400" y="2130480"/>
            <a:ext cx="109440" cy="109440"/>
          </a:xfrm>
          <a:prstGeom prst="ellipse">
            <a:avLst/>
          </a:prstGeom>
          <a:solidFill>
            <a:srgbClr val="408a71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32760" bIns="32760" anchor="ctr">
            <a:noAutofit/>
          </a:bodyPr>
          <a:p>
            <a:pPr algn="ctr" defTabSz="457200">
              <a:lnSpc>
                <a:spcPct val="100000"/>
              </a:lnSpc>
            </a:pPr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2020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" name="Rectangle 1"/>
          <p:cNvSpPr/>
          <p:nvPr/>
        </p:nvSpPr>
        <p:spPr>
          <a:xfrm>
            <a:off x="0" y="0"/>
            <a:ext cx="12191400" cy="914040"/>
          </a:xfrm>
          <a:prstGeom prst="rect">
            <a:avLst/>
          </a:prstGeom>
          <a:solidFill>
            <a:srgbClr val="285a48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69" name="TextBox 2"/>
          <p:cNvSpPr/>
          <p:nvPr/>
        </p:nvSpPr>
        <p:spPr>
          <a:xfrm>
            <a:off x="0" y="137160"/>
            <a:ext cx="12191400" cy="63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 defTabSz="457200">
              <a:lnSpc>
                <a:spcPct val="100000"/>
              </a:lnSpc>
            </a:pPr>
            <a:r>
              <a:rPr lang="en-US" sz="3000" b="1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Context</a:t>
            </a:r>
            <a:endParaRPr lang="en-US" sz="3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0" name="Rounded Rectangle 3"/>
          <p:cNvSpPr/>
          <p:nvPr/>
        </p:nvSpPr>
        <p:spPr>
          <a:xfrm>
            <a:off x="472320" y="1371600"/>
            <a:ext cx="3474360" cy="1554120"/>
          </a:xfrm>
          <a:prstGeom prst="roundRect">
            <a:avLst>
              <a:gd name="adj" fmla="val 16667"/>
            </a:avLst>
          </a:prstGeom>
          <a:solidFill>
            <a:srgbClr val="2a2a2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274320" rIns="274320" tIns="137160" bIns="137160" anchor="ctr">
            <a:noAutofit/>
          </a:bodyPr>
          <a:p>
            <a:pPr algn="ctr" defTabSz="457200">
              <a:lnSpc>
                <a:spcPct val="100000"/>
              </a:lnSpc>
              <a:spcAft>
                <a:spcPts val="601"/>
              </a:spcAft>
            </a:pPr>
            <a:r>
              <a:rPr lang="en-US" sz="1700" b="1" u="none" strike="noStrike">
                <a:solidFill>
                  <a:srgbClr val="408a71"/>
                </a:solidFill>
                <a:effectLst/>
                <a:uFillTx/>
                <a:latin typeface="Calibri"/>
              </a:rPr>
              <a:t>👤  End User</a:t>
            </a:r>
            <a:endParaRPr lang="en-US" sz="17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algn="ctr" defTabSz="457200">
              <a:lnSpc>
                <a:spcPct val="100000"/>
              </a:lnSpc>
              <a:spcAft>
                <a:spcPts val="300"/>
              </a:spcAft>
            </a:pPr>
            <a:r>
              <a:rPr lang="en-US" sz="1300" b="0" u="none" strike="noStrike">
                <a:solidFill>
                  <a:srgbClr val="cccccc"/>
                </a:solidFill>
                <a:effectLst/>
                <a:uFillTx/>
                <a:latin typeface="Calibri"/>
              </a:rPr>
              <a:t>System administrators and DevOps engineers</a:t>
            </a:r>
            <a:endParaRPr lang="en-US" sz="13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algn="ctr" defTabSz="457200">
              <a:lnSpc>
                <a:spcPct val="100000"/>
              </a:lnSpc>
              <a:spcAft>
                <a:spcPts val="300"/>
              </a:spcAft>
            </a:pPr>
            <a:r>
              <a:rPr lang="en-US" sz="1300" b="0" u="none" strike="noStrike">
                <a:solidFill>
                  <a:srgbClr val="cccccc"/>
                </a:solidFill>
                <a:effectLst/>
                <a:uFillTx/>
                <a:latin typeface="Calibri"/>
              </a:rPr>
              <a:t>who monitor multiple server endpoints</a:t>
            </a:r>
            <a:endParaRPr lang="en-US" sz="13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1" name="Rounded Rectangle 4"/>
          <p:cNvSpPr/>
          <p:nvPr/>
        </p:nvSpPr>
        <p:spPr>
          <a:xfrm>
            <a:off x="4358520" y="1371600"/>
            <a:ext cx="3474360" cy="1554120"/>
          </a:xfrm>
          <a:prstGeom prst="roundRect">
            <a:avLst>
              <a:gd name="adj" fmla="val 16667"/>
            </a:avLst>
          </a:prstGeom>
          <a:solidFill>
            <a:srgbClr val="2a2a2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274320" rIns="274320" tIns="137160" bIns="137160" anchor="ctr">
            <a:noAutofit/>
          </a:bodyPr>
          <a:p>
            <a:pPr algn="ctr" defTabSz="457200">
              <a:lnSpc>
                <a:spcPct val="100000"/>
              </a:lnSpc>
              <a:spcAft>
                <a:spcPts val="601"/>
              </a:spcAft>
            </a:pPr>
            <a:r>
              <a:rPr lang="en-US" sz="1700" b="1" u="none" strike="noStrike">
                <a:solidFill>
                  <a:srgbClr val="ef4444"/>
                </a:solidFill>
                <a:effectLst/>
                <a:uFillTx/>
                <a:latin typeface="Calibri"/>
              </a:rPr>
              <a:t>⚠️  Problem</a:t>
            </a:r>
            <a:endParaRPr lang="en-US" sz="17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algn="ctr" defTabSz="457200">
              <a:lnSpc>
                <a:spcPct val="100000"/>
              </a:lnSpc>
              <a:spcAft>
                <a:spcPts val="300"/>
              </a:spcAft>
            </a:pPr>
            <a:r>
              <a:rPr lang="en-US" sz="1300" b="0" u="none" strike="noStrike">
                <a:solidFill>
                  <a:srgbClr val="cccccc"/>
                </a:solidFill>
                <a:effectLst/>
                <a:uFillTx/>
                <a:latin typeface="Calibri"/>
              </a:rPr>
              <a:t>Manually checking server health is slow</a:t>
            </a:r>
            <a:endParaRPr lang="en-US" sz="13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algn="ctr" defTabSz="457200">
              <a:lnSpc>
                <a:spcPct val="100000"/>
              </a:lnSpc>
              <a:spcAft>
                <a:spcPts val="300"/>
              </a:spcAft>
            </a:pPr>
            <a:r>
              <a:rPr lang="en-US" sz="1300" b="0" u="none" strike="noStrike">
                <a:solidFill>
                  <a:srgbClr val="cccccc"/>
                </a:solidFill>
                <a:effectLst/>
                <a:uFillTx/>
                <a:latin typeface="Calibri"/>
              </a:rPr>
              <a:t>No centralized lightweight monitoring tool</a:t>
            </a:r>
            <a:endParaRPr lang="en-US" sz="13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2" name="Rounded Rectangle 5"/>
          <p:cNvSpPr/>
          <p:nvPr/>
        </p:nvSpPr>
        <p:spPr>
          <a:xfrm>
            <a:off x="8244720" y="1371600"/>
            <a:ext cx="3474360" cy="1554120"/>
          </a:xfrm>
          <a:prstGeom prst="roundRect">
            <a:avLst>
              <a:gd name="adj" fmla="val 16667"/>
            </a:avLst>
          </a:prstGeom>
          <a:solidFill>
            <a:srgbClr val="2a2a2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274320" rIns="274320" tIns="137160" bIns="137160" anchor="ctr">
            <a:noAutofit/>
          </a:bodyPr>
          <a:p>
            <a:pPr algn="ctr" defTabSz="457200">
              <a:lnSpc>
                <a:spcPct val="100000"/>
              </a:lnSpc>
              <a:spcAft>
                <a:spcPts val="601"/>
              </a:spcAft>
            </a:pPr>
            <a:r>
              <a:rPr lang="en-US" sz="1700" b="1" u="none" strike="noStrike">
                <a:solidFill>
                  <a:srgbClr val="52b393"/>
                </a:solidFill>
                <a:effectLst/>
                <a:uFillTx/>
                <a:latin typeface="Calibri"/>
              </a:rPr>
              <a:t>💡  Product Idea</a:t>
            </a:r>
            <a:endParaRPr lang="en-US" sz="17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algn="ctr" defTabSz="457200">
              <a:lnSpc>
                <a:spcPct val="100000"/>
              </a:lnSpc>
              <a:spcAft>
                <a:spcPts val="300"/>
              </a:spcAft>
            </a:pPr>
            <a:r>
              <a:rPr lang="en-US" sz="1300" b="0" u="none" strike="noStrike">
                <a:solidFill>
                  <a:srgbClr val="cccccc"/>
                </a:solidFill>
                <a:effectLst/>
                <a:uFillTx/>
                <a:latin typeface="Calibri"/>
              </a:rPr>
              <a:t>Real-time dashboard tracking server health</a:t>
            </a:r>
            <a:endParaRPr lang="en-US" sz="13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algn="ctr" defTabSz="457200">
              <a:lnSpc>
                <a:spcPct val="100000"/>
              </a:lnSpc>
              <a:spcAft>
                <a:spcPts val="300"/>
              </a:spcAft>
            </a:pPr>
            <a:r>
              <a:rPr lang="en-US" sz="1300" b="0" u="none" strike="noStrike">
                <a:solidFill>
                  <a:srgbClr val="cccccc"/>
                </a:solidFill>
                <a:effectLst/>
                <a:uFillTx/>
                <a:latin typeface="Calibri"/>
              </a:rPr>
              <a:t>via WebSocket with instant alerts</a:t>
            </a:r>
            <a:endParaRPr lang="en-US" sz="13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3" name="Rounded Rectangle 6"/>
          <p:cNvSpPr/>
          <p:nvPr/>
        </p:nvSpPr>
        <p:spPr>
          <a:xfrm>
            <a:off x="1523880" y="3566160"/>
            <a:ext cx="9143640" cy="1188360"/>
          </a:xfrm>
          <a:prstGeom prst="roundRect">
            <a:avLst>
              <a:gd name="adj" fmla="val 16667"/>
            </a:avLst>
          </a:prstGeom>
          <a:solidFill>
            <a:srgbClr val="285a48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548640" rIns="54864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r>
              <a:rPr lang="en-US" sz="2000" b="0" i="1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"Monitor all your servers in real time</a:t>
            </a:r>
            <a:br>
              <a:rPr sz="2000"/>
            </a:br>
            <a:r>
              <a:rPr lang="en-US" sz="2000" b="0" i="1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from one simple, beautiful dashboard."</a:t>
            </a:r>
            <a:endParaRPr lang="en-US" sz="2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2020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4" name="Rectangle 1"/>
          <p:cNvSpPr/>
          <p:nvPr/>
        </p:nvSpPr>
        <p:spPr>
          <a:xfrm>
            <a:off x="0" y="0"/>
            <a:ext cx="12191400" cy="914040"/>
          </a:xfrm>
          <a:prstGeom prst="rect">
            <a:avLst/>
          </a:prstGeom>
          <a:solidFill>
            <a:srgbClr val="285a48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75" name="TextBox 2"/>
          <p:cNvSpPr/>
          <p:nvPr/>
        </p:nvSpPr>
        <p:spPr>
          <a:xfrm>
            <a:off x="0" y="137160"/>
            <a:ext cx="12191400" cy="63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 defTabSz="457200">
              <a:lnSpc>
                <a:spcPct val="100000"/>
              </a:lnSpc>
            </a:pPr>
            <a:r>
              <a:rPr lang="en-US" sz="3000" b="1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Implementation</a:t>
            </a:r>
            <a:endParaRPr lang="en-US" sz="3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6" name="Rounded Rectangle 3"/>
          <p:cNvSpPr/>
          <p:nvPr/>
        </p:nvSpPr>
        <p:spPr>
          <a:xfrm>
            <a:off x="548640" y="1188720"/>
            <a:ext cx="5303160" cy="4754520"/>
          </a:xfrm>
          <a:prstGeom prst="roundRect">
            <a:avLst>
              <a:gd name="adj" fmla="val 16667"/>
            </a:avLst>
          </a:prstGeom>
          <a:solidFill>
            <a:srgbClr val="2a2a2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274320" rIns="274320" tIns="228600" bIns="228600" anchor="ctr">
            <a:noAutofit/>
          </a:bodyPr>
          <a:p>
            <a:pPr algn="ctr" defTabSz="457200">
              <a:lnSpc>
                <a:spcPct val="100000"/>
              </a:lnSpc>
              <a:spcAft>
                <a:spcPts val="799"/>
              </a:spcAft>
            </a:pPr>
            <a:r>
              <a:rPr lang="en-US" sz="1900" b="1" u="none" strike="noStrike">
                <a:solidFill>
                  <a:srgbClr val="408a71"/>
                </a:solidFill>
                <a:effectLst/>
                <a:uFillTx/>
                <a:latin typeface="Calibri"/>
              </a:rPr>
              <a:t>🛠  How We Built It</a:t>
            </a:r>
            <a:endParaRPr lang="en-US" sz="1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algn="ctr" defTabSz="457200">
              <a:lnSpc>
                <a:spcPct val="100000"/>
              </a:lnSpc>
              <a:spcAft>
                <a:spcPts val="499"/>
              </a:spcAft>
            </a:pPr>
            <a:r>
              <a:rPr lang="en-US" sz="1300" b="0" u="none" strike="noStrike">
                <a:solidFill>
                  <a:srgbClr val="cccccc"/>
                </a:solidFill>
                <a:effectLst/>
                <a:uFillTx/>
                <a:latin typeface="Calibri"/>
              </a:rPr>
              <a:t>▹  Backend: FastAPI (Python 3.12+) with async</a:t>
            </a:r>
            <a:endParaRPr lang="en-US" sz="13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algn="ctr" defTabSz="457200">
              <a:lnSpc>
                <a:spcPct val="100000"/>
              </a:lnSpc>
              <a:spcAft>
                <a:spcPts val="499"/>
              </a:spcAft>
            </a:pPr>
            <a:r>
              <a:rPr lang="en-US" sz="1300" b="0" u="none" strike="noStrike">
                <a:solidFill>
                  <a:srgbClr val="cccccc"/>
                </a:solidFill>
                <a:effectLst/>
                <a:uFillTx/>
                <a:latin typeface="Calibri"/>
              </a:rPr>
              <a:t>▹  Database: PostgreSQL + SQLAlchemy + Alembic</a:t>
            </a:r>
            <a:endParaRPr lang="en-US" sz="13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algn="ctr" defTabSz="457200">
              <a:lnSpc>
                <a:spcPct val="100000"/>
              </a:lnSpc>
              <a:spcAft>
                <a:spcPts val="499"/>
              </a:spcAft>
            </a:pPr>
            <a:r>
              <a:rPr lang="en-US" sz="1300" b="0" u="none" strike="noStrike">
                <a:solidFill>
                  <a:srgbClr val="cccccc"/>
                </a:solidFill>
                <a:effectLst/>
                <a:uFillTx/>
                <a:latin typeface="Calibri"/>
              </a:rPr>
              <a:t>▹  Real-time: WebSocket + Redis Pub/Sub</a:t>
            </a:r>
            <a:endParaRPr lang="en-US" sz="13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algn="ctr" defTabSz="457200">
              <a:lnSpc>
                <a:spcPct val="100000"/>
              </a:lnSpc>
              <a:spcAft>
                <a:spcPts val="499"/>
              </a:spcAft>
            </a:pPr>
            <a:r>
              <a:rPr lang="en-US" sz="1300" b="0" u="none" strike="noStrike">
                <a:solidFill>
                  <a:srgbClr val="cccccc"/>
                </a:solidFill>
                <a:effectLst/>
                <a:uFillTx/>
                <a:latin typeface="Calibri"/>
              </a:rPr>
              <a:t>▹  Auth: JWT token-based authentication</a:t>
            </a:r>
            <a:endParaRPr lang="en-US" sz="13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algn="ctr" defTabSz="457200">
              <a:lnSpc>
                <a:spcPct val="100000"/>
              </a:lnSpc>
              <a:spcAft>
                <a:spcPts val="499"/>
              </a:spcAft>
            </a:pPr>
            <a:r>
              <a:rPr lang="en-US" sz="1300" b="0" u="none" strike="noStrike">
                <a:solidFill>
                  <a:srgbClr val="cccccc"/>
                </a:solidFill>
                <a:effectLst/>
                <a:uFillTx/>
                <a:latin typeface="Calibri"/>
              </a:rPr>
              <a:t>▹  Frontend: Vanilla HTML/CSS/JS, dark UI</a:t>
            </a:r>
            <a:endParaRPr lang="en-US" sz="13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algn="ctr" defTabSz="457200">
              <a:lnSpc>
                <a:spcPct val="100000"/>
              </a:lnSpc>
              <a:spcAft>
                <a:spcPts val="499"/>
              </a:spcAft>
            </a:pPr>
            <a:r>
              <a:rPr lang="en-US" sz="1300" b="0" u="none" strike="noStrike">
                <a:solidFill>
                  <a:srgbClr val="cccccc"/>
                </a:solidFill>
                <a:effectLst/>
                <a:uFillTx/>
                <a:latin typeface="Calibri"/>
              </a:rPr>
              <a:t>▹  Containerized: Docker + docker-compose</a:t>
            </a:r>
            <a:endParaRPr lang="en-US" sz="13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7" name="Rounded Rectangle 4"/>
          <p:cNvSpPr/>
          <p:nvPr/>
        </p:nvSpPr>
        <p:spPr>
          <a:xfrm>
            <a:off x="6126480" y="1188720"/>
            <a:ext cx="5668920" cy="2194200"/>
          </a:xfrm>
          <a:prstGeom prst="roundRect">
            <a:avLst>
              <a:gd name="adj" fmla="val 16667"/>
            </a:avLst>
          </a:prstGeom>
          <a:solidFill>
            <a:srgbClr val="2a2a2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274320" rIns="274320" tIns="182880" bIns="182880" anchor="ctr">
            <a:noAutofit/>
          </a:bodyPr>
          <a:p>
            <a:pPr algn="ctr" defTabSz="457200">
              <a:lnSpc>
                <a:spcPct val="100000"/>
              </a:lnSpc>
              <a:spcAft>
                <a:spcPts val="601"/>
              </a:spcAft>
            </a:pPr>
            <a:r>
              <a:rPr lang="en-US" sz="1900" b="1" u="none" strike="noStrike">
                <a:solidFill>
                  <a:srgbClr val="408a71"/>
                </a:solidFill>
                <a:effectLst/>
                <a:uFillTx/>
                <a:latin typeface="Calibri"/>
              </a:rPr>
              <a:t>📦  Version 1 → Version 2</a:t>
            </a:r>
            <a:endParaRPr lang="en-US" sz="1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201"/>
              </a:spcAft>
            </a:pPr>
            <a:r>
              <a:rPr lang="en-US" sz="1400" b="1" u="none" strike="noStrike">
                <a:solidFill>
                  <a:srgbClr val="52b393"/>
                </a:solidFill>
                <a:effectLst/>
                <a:uFillTx/>
                <a:latin typeface="Calibri"/>
              </a:rPr>
              <a:t>Version 1: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99"/>
              </a:spcAft>
            </a:pPr>
            <a:r>
              <a:rPr lang="en-US" sz="1200" b="0" u="none" strike="noStrike">
                <a:solidFill>
                  <a:srgbClr val="cccccc"/>
                </a:solidFill>
                <a:effectLst/>
                <a:uFillTx/>
                <a:latin typeface="Calibri"/>
              </a:rPr>
              <a:t>  ▹  User authentication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99"/>
              </a:spcAft>
            </a:pPr>
            <a:r>
              <a:rPr lang="en-US" sz="1200" b="0" u="none" strike="noStrike">
                <a:solidFill>
                  <a:srgbClr val="cccccc"/>
                </a:solidFill>
                <a:effectLst/>
                <a:uFillTx/>
                <a:latin typeface="Calibri"/>
              </a:rPr>
              <a:t>  ▹  Server list CRUD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99"/>
              </a:spcAft>
            </a:pPr>
            <a:r>
              <a:rPr lang="en-US" sz="1200" b="0" u="none" strike="noStrike">
                <a:solidFill>
                  <a:srgbClr val="cccccc"/>
                </a:solidFill>
                <a:effectLst/>
                <a:uFillTx/>
                <a:latin typeface="Calibri"/>
              </a:rPr>
              <a:t>  ▹  Basic UI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Bef>
                <a:spcPts val="499"/>
              </a:spcBef>
              <a:spcAft>
                <a:spcPts val="201"/>
              </a:spcAft>
            </a:pPr>
            <a:r>
              <a:rPr lang="en-US" sz="1400" b="1" u="none" strike="noStrike">
                <a:solidFill>
                  <a:srgbClr val="52b393"/>
                </a:solidFill>
                <a:effectLst/>
                <a:uFillTx/>
                <a:latin typeface="Calibri"/>
              </a:rPr>
              <a:t>Version 2: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99"/>
              </a:spcAft>
            </a:pPr>
            <a:r>
              <a:rPr lang="en-US" sz="1200" b="0" u="none" strike="noStrike">
                <a:solidFill>
                  <a:srgbClr val="cccccc"/>
                </a:solidFill>
                <a:effectLst/>
                <a:uFillTx/>
                <a:latin typeface="Calibri"/>
              </a:rPr>
              <a:t>  ▹  WebSocket real-time monitoring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99"/>
              </a:spcAft>
            </a:pPr>
            <a:r>
              <a:rPr lang="en-US" sz="1200" b="0" u="none" strike="noStrike">
                <a:solidFill>
                  <a:srgbClr val="cccccc"/>
                </a:solidFill>
                <a:effectLst/>
                <a:uFillTx/>
                <a:latin typeface="Calibri"/>
              </a:rPr>
              <a:t>  ▹  Redis Pub/Sub live updates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99"/>
              </a:spcAft>
            </a:pPr>
            <a:r>
              <a:rPr lang="en-US" sz="1200" b="0" u="none" strike="noStrike">
                <a:solidFill>
                  <a:srgbClr val="cccccc"/>
                </a:solidFill>
                <a:effectLst/>
                <a:uFillTx/>
                <a:latin typeface="Calibri"/>
              </a:rPr>
              <a:t>  ▹  Start/stop controls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99"/>
              </a:spcAft>
            </a:pPr>
            <a:r>
              <a:rPr lang="en-US" sz="1200" b="0" u="none" strike="noStrike">
                <a:solidFill>
                  <a:srgbClr val="cccccc"/>
                </a:solidFill>
                <a:effectLst/>
                <a:uFillTx/>
                <a:latin typeface="Calibri"/>
              </a:rPr>
              <a:t>  ▹  Live status indicators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8" name="Rounded Rectangle 5"/>
          <p:cNvSpPr/>
          <p:nvPr/>
        </p:nvSpPr>
        <p:spPr>
          <a:xfrm>
            <a:off x="6126480" y="3657600"/>
            <a:ext cx="5668920" cy="2285640"/>
          </a:xfrm>
          <a:prstGeom prst="roundRect">
            <a:avLst>
              <a:gd name="adj" fmla="val 16667"/>
            </a:avLst>
          </a:prstGeom>
          <a:solidFill>
            <a:srgbClr val="2a2a2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274320" rIns="274320" tIns="182880" bIns="182880" anchor="ctr">
            <a:noAutofit/>
          </a:bodyPr>
          <a:p>
            <a:pPr algn="ctr" defTabSz="457200">
              <a:lnSpc>
                <a:spcPct val="100000"/>
              </a:lnSpc>
              <a:spcAft>
                <a:spcPts val="601"/>
              </a:spcAft>
            </a:pPr>
            <a:r>
              <a:rPr lang="en-US" sz="1900" b="1" u="none" strike="noStrike">
                <a:solidFill>
                  <a:srgbClr val="408a71"/>
                </a:solidFill>
                <a:effectLst/>
                <a:uFillTx/>
                <a:latin typeface="Calibri"/>
              </a:rPr>
              <a:t>✅  TA Feedback Addressed</a:t>
            </a:r>
            <a:endParaRPr lang="en-US" sz="1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algn="ctr" defTabSz="457200">
              <a:lnSpc>
                <a:spcPct val="100000"/>
              </a:lnSpc>
              <a:spcAft>
                <a:spcPts val="300"/>
              </a:spcAft>
            </a:pPr>
            <a:r>
              <a:rPr lang="en-US" sz="1200" b="0" u="none" strike="noStrike">
                <a:solidFill>
                  <a:srgbClr val="cccccc"/>
                </a:solidFill>
                <a:effectLst/>
                <a:uFillTx/>
                <a:latin typeface="Calibri"/>
              </a:rPr>
              <a:t>▹  Error handling &amp; HTTPException responses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algn="ctr" defTabSz="457200">
              <a:lnSpc>
                <a:spcPct val="100000"/>
              </a:lnSpc>
              <a:spcAft>
                <a:spcPts val="300"/>
              </a:spcAft>
            </a:pPr>
            <a:r>
              <a:rPr lang="en-US" sz="1200" b="0" u="none" strike="noStrike">
                <a:solidFill>
                  <a:srgbClr val="cccccc"/>
                </a:solidFill>
                <a:effectLst/>
                <a:uFillTx/>
                <a:latin typeface="Calibri"/>
              </a:rPr>
              <a:t>▹  Clean code structure with routers &amp; schemas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algn="ctr" defTabSz="457200">
              <a:lnSpc>
                <a:spcPct val="100000"/>
              </a:lnSpc>
              <a:spcAft>
                <a:spcPts val="300"/>
              </a:spcAft>
            </a:pPr>
            <a:r>
              <a:rPr lang="en-US" sz="1200" b="0" u="none" strike="noStrike">
                <a:solidFill>
                  <a:srgbClr val="cccccc"/>
                </a:solidFill>
                <a:effectLst/>
                <a:uFillTx/>
                <a:latin typeface="Calibri"/>
              </a:rPr>
              <a:t>▹  JWT validation on WebSocket connections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algn="ctr" defTabSz="457200">
              <a:lnSpc>
                <a:spcPct val="100000"/>
              </a:lnSpc>
              <a:spcAft>
                <a:spcPts val="300"/>
              </a:spcAft>
            </a:pPr>
            <a:r>
              <a:rPr lang="en-US" sz="1200" b="0" u="none" strike="noStrike">
                <a:solidFill>
                  <a:srgbClr val="cccccc"/>
                </a:solidFill>
                <a:effectLst/>
                <a:uFillTx/>
                <a:latin typeface="Calibri"/>
              </a:rPr>
              <a:t>▹  Proper DB session management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algn="ctr" defTabSz="457200">
              <a:lnSpc>
                <a:spcPct val="100000"/>
              </a:lnSpc>
              <a:spcAft>
                <a:spcPts val="300"/>
              </a:spcAft>
            </a:pPr>
            <a:r>
              <a:rPr lang="en-US" sz="1200" b="0" u="none" strike="noStrike">
                <a:solidFill>
                  <a:srgbClr val="cccccc"/>
                </a:solidFill>
                <a:effectLst/>
                <a:uFillTx/>
                <a:latin typeface="Calibri"/>
              </a:rPr>
              <a:t>▹  CORS middleware for frontend-backend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2020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Rectangle 1"/>
          <p:cNvSpPr/>
          <p:nvPr/>
        </p:nvSpPr>
        <p:spPr>
          <a:xfrm>
            <a:off x="0" y="0"/>
            <a:ext cx="12191400" cy="914040"/>
          </a:xfrm>
          <a:prstGeom prst="rect">
            <a:avLst/>
          </a:prstGeom>
          <a:solidFill>
            <a:srgbClr val="285a48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80" name="TextBox 2"/>
          <p:cNvSpPr/>
          <p:nvPr/>
        </p:nvSpPr>
        <p:spPr>
          <a:xfrm>
            <a:off x="0" y="137160"/>
            <a:ext cx="12191400" cy="63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 defTabSz="457200">
              <a:lnSpc>
                <a:spcPct val="100000"/>
              </a:lnSpc>
            </a:pPr>
            <a:r>
              <a:rPr lang="en-US" sz="3000" b="1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Links</a:t>
            </a:r>
            <a:endParaRPr lang="en-US" sz="3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1" name="Rounded Rectangle 3"/>
          <p:cNvSpPr/>
          <p:nvPr/>
        </p:nvSpPr>
        <p:spPr>
          <a:xfrm>
            <a:off x="1020960" y="1371600"/>
            <a:ext cx="4754520" cy="2377080"/>
          </a:xfrm>
          <a:prstGeom prst="roundRect">
            <a:avLst>
              <a:gd name="adj" fmla="val 16667"/>
            </a:avLst>
          </a:prstGeom>
          <a:solidFill>
            <a:srgbClr val="2a2a2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320040" rIns="320040" tIns="228600" bIns="45000" anchor="ctr">
            <a:noAutofit/>
          </a:bodyPr>
          <a:p>
            <a:pPr algn="ctr" defTabSz="457200">
              <a:lnSpc>
                <a:spcPct val="100000"/>
              </a:lnSpc>
              <a:spcAft>
                <a:spcPts val="601"/>
              </a:spcAft>
            </a:pPr>
            <a:r>
              <a:rPr lang="en-US" sz="1800" b="1" u="none" strike="noStrike">
                <a:solidFill>
                  <a:srgbClr val="408a71"/>
                </a:solidFill>
                <a:effectLst/>
                <a:uFillTx/>
                <a:latin typeface="Calibri"/>
              </a:rPr>
              <a:t>📂  GitHub Repository</a:t>
            </a:r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algn="ctr" defTabSz="457200">
              <a:lnSpc>
                <a:spcPct val="100000"/>
              </a:lnSpc>
              <a:spcAft>
                <a:spcPts val="400"/>
              </a:spcAft>
            </a:pPr>
            <a:r>
              <a:rPr lang="en-US" sz="1100" b="0" u="none" strike="noStrike">
                <a:solidFill>
                  <a:srgbClr val="cccccc"/>
                </a:solidFill>
                <a:effectLst/>
                <a:uFillTx/>
                <a:latin typeface="Calibri"/>
              </a:rPr>
              <a:t>https://github.com/LimpingCoronation/se-toolkit-hackathon</a:t>
            </a:r>
            <a:endParaRPr lang="en-US" sz="11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algn="ctr" defTabSz="457200">
              <a:lnSpc>
                <a:spcPct val="100000"/>
              </a:lnSpc>
            </a:pPr>
            <a:r>
              <a:rPr lang="en-US" sz="1300" b="1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LimpingCoronation/se-toolkit-hackathon</a:t>
            </a:r>
            <a:endParaRPr lang="en-US" sz="13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2" name="Rounded Rectangle 4"/>
          <p:cNvSpPr/>
          <p:nvPr/>
        </p:nvSpPr>
        <p:spPr>
          <a:xfrm>
            <a:off x="6415920" y="1371600"/>
            <a:ext cx="4754520" cy="2377080"/>
          </a:xfrm>
          <a:prstGeom prst="roundRect">
            <a:avLst>
              <a:gd name="adj" fmla="val 16667"/>
            </a:avLst>
          </a:prstGeom>
          <a:solidFill>
            <a:srgbClr val="2a2a2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320040" rIns="320040" tIns="228600" bIns="45000" anchor="ctr">
            <a:noAutofit/>
          </a:bodyPr>
          <a:p>
            <a:pPr algn="ctr" defTabSz="457200">
              <a:lnSpc>
                <a:spcPct val="100000"/>
              </a:lnSpc>
              <a:spcAft>
                <a:spcPts val="601"/>
              </a:spcAft>
            </a:pPr>
            <a:r>
              <a:rPr lang="en-US" sz="1800" b="1" u="none" strike="noStrike">
                <a:solidFill>
                  <a:srgbClr val="408a71"/>
                </a:solidFill>
                <a:effectLst/>
                <a:uFillTx/>
                <a:latin typeface="Calibri"/>
              </a:rPr>
              <a:t>🚀  Deployed Product</a:t>
            </a:r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algn="ctr" defTabSz="457200">
              <a:lnSpc>
                <a:spcPct val="100000"/>
              </a:lnSpc>
              <a:spcAft>
                <a:spcPts val="400"/>
              </a:spcAft>
            </a:pPr>
            <a:r>
              <a:rPr lang="en-US" sz="1100" b="0" u="none" strike="noStrike">
                <a:solidFill>
                  <a:srgbClr val="cccccc"/>
                </a:solidFill>
                <a:effectLst/>
                <a:uFillTx/>
                <a:latin typeface="Calibri"/>
              </a:rPr>
              <a:t>http://10.93.25.129:8000/static/index.html</a:t>
            </a:r>
            <a:endParaRPr lang="en-US" sz="11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algn="ctr" defTabSz="457200">
              <a:lnSpc>
                <a:spcPct val="100000"/>
              </a:lnSpc>
            </a:pPr>
            <a:r>
              <a:rPr lang="en-US" sz="1300" b="1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(Latest Version — V2)</a:t>
            </a:r>
            <a:endParaRPr lang="en-US" sz="13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83" name="Picture 5" descr="qr_gh.png"/>
          <p:cNvPicPr/>
          <p:nvPr/>
        </p:nvPicPr>
        <p:blipFill>
          <a:blip r:embed="rId1"/>
          <a:stretch/>
        </p:blipFill>
        <p:spPr>
          <a:xfrm>
            <a:off x="2712600" y="4297680"/>
            <a:ext cx="1371240" cy="137124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84" name="Picture 6" descr="qr_dp.png"/>
          <p:cNvPicPr/>
          <p:nvPr/>
        </p:nvPicPr>
        <p:blipFill>
          <a:blip r:embed="rId2"/>
          <a:stretch/>
        </p:blipFill>
        <p:spPr>
          <a:xfrm>
            <a:off x="8107560" y="4297680"/>
            <a:ext cx="1371240" cy="13712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85" name="TextBox 7"/>
          <p:cNvSpPr/>
          <p:nvPr/>
        </p:nvSpPr>
        <p:spPr>
          <a:xfrm>
            <a:off x="2529720" y="5806440"/>
            <a:ext cx="1737000" cy="31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 defTabSz="457200">
              <a:lnSpc>
                <a:spcPct val="100000"/>
              </a:lnSpc>
            </a:pPr>
            <a:r>
              <a:rPr lang="en-US" sz="1100" b="0" u="none" strike="noStrike">
                <a:solidFill>
                  <a:srgbClr val="cccccc"/>
                </a:solidFill>
                <a:effectLst/>
                <a:uFillTx/>
                <a:latin typeface="Calibri"/>
              </a:rPr>
              <a:t>Scan: GitHub repo</a:t>
            </a:r>
            <a:endParaRPr lang="en-US" sz="11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6" name="TextBox 8"/>
          <p:cNvSpPr/>
          <p:nvPr/>
        </p:nvSpPr>
        <p:spPr>
          <a:xfrm>
            <a:off x="7924680" y="5806440"/>
            <a:ext cx="1737000" cy="31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 defTabSz="457200">
              <a:lnSpc>
                <a:spcPct val="100000"/>
              </a:lnSpc>
            </a:pPr>
            <a:r>
              <a:rPr lang="en-US" sz="1100" b="0" u="none" strike="noStrike">
                <a:solidFill>
                  <a:srgbClr val="cccccc"/>
                </a:solidFill>
                <a:effectLst/>
                <a:uFillTx/>
                <a:latin typeface="Calibri"/>
              </a:rPr>
              <a:t>Scan: Live demo</a:t>
            </a:r>
            <a:endParaRPr lang="en-US" sz="11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 pitchFamily="0" charset="1"/>
        <a:ea typeface=""/>
        <a:cs typeface=""/>
      </a:majorFont>
      <a:minorFont>
        <a:latin typeface="Calibri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tint val="100000"/>
                <a:shade val="100000"/>
              </a:schemeClr>
            </a:gs>
            <a:gs pos="100000">
              <a:schemeClr val="phClr">
                <a:tint val="50000"/>
                <a:shade val="100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2</TotalTime>
  <Application>LibreOffice/25.8.6.2$Linux_X86_64 LibreOffice_project/a46b460d1686bb49c718d2ef5f88b83ff2dc4981</Application>
  <AppVersion>15.0000</AppVersion>
  <Words>0</Words>
  <Paragraphs>0</Paragraphs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2013-01-27T09:14:16Z</dcterms:created>
  <dc:creator/>
  <dc:description>generated using python-pptx</dc:description>
  <dc:language>en-US</dc:language>
  <cp:lastModifiedBy/>
  <dcterms:modified xsi:type="dcterms:W3CDTF">2026-04-07T19:12:26Z</dcterms:modified>
  <cp:revision>2</cp:revision>
  <dc:subject/>
  <dc:title/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PresentationFormat">
    <vt:lpwstr>On-screen Show (4:3)</vt:lpwstr>
  </property>
</Properties>
</file>